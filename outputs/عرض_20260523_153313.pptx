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الذكاء الاصطناعي في التعليم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400" b="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مستقبل التعلم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الفوائد الرئيسية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تحسين جودة التعليم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توفير الوقت والجهد</a:t>
            </a:r>
          </a:p>
          <a:p>
            <a:pPr algn="r" rtl="1">
              <a:spcBef>
                <a:spcPts val="1000"/>
              </a:spcBef>
              <a:spcAft>
                <a:spcPts val="400"/>
              </a:spcAft>
            </a:pPr>
            <a:r>
              <a:rPr sz="2200">
                <a:solidFill>
                  <a:srgbClr val="1A1A2E"/>
                </a:solidFill>
                <a:latin typeface="Traditional Arabic"/>
                <a:cs typeface="Traditional Arabic"/>
                <a:ea typeface="Traditional Arabic"/>
              </a:rPr>
              <a:t>◆ التعلم الشخصي المخصص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600" b="1">
                <a:solidFill>
                  <a:srgbClr val="FFFFFF"/>
                </a:solidFill>
                <a:latin typeface="Traditional Arabic"/>
                <a:cs typeface="Traditional Arabic"/>
                <a:ea typeface="Traditional Arabic"/>
              </a:rPr>
              <a:t>الخلاصة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651760"/>
            <a:ext cx="5760720" cy="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✅ الذكاء الاصطناعي أداة قوية</a:t>
            </a:r>
          </a:p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📌 نرحب بأسئلتكم</a:t>
            </a:r>
          </a:p>
          <a:p>
            <a:pPr algn="r" rtl="1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  <a:latin typeface="Traditional Arabic"/>
                <a:cs typeface="Traditional Arabic"/>
                <a:ea typeface="Traditional Arabic"/>
              </a:rPr>
              <a:t>🙏 شكراً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