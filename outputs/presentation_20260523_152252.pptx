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إدارة المخاطر الائتمانية وأثرها على الأداء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CDCFF"/>
                </a:solidFill>
              </a:rPr>
              <a:t>دراسة تطبيقية على بنك ظفار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ملخص الدراسة</a:t>
            </a:r>
          </a:p>
        </p:txBody>
      </p:sp>
      <p:pic>
        <p:nvPicPr>
          <p:cNvPr id="4" name="Picture 3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هدفت هذه الدراسة إلى تحليل أثر إدارة المخاطر الائتمانية على الأداء المالي في بنك ظفار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اعتمدت الدراسة على المنهج الكمي التحليلي وأسلوب دراسة الحالة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استخدمت برامج Excel و SPSS و Python لإجراء التحليلات الإحصائية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منهجية البحث</a:t>
            </a:r>
          </a:p>
        </p:txBody>
      </p:sp>
      <p:pic>
        <p:nvPicPr>
          <p:cNvPr id="4" name="Picture 3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جمعت البيانات من التقارير السنوية للبنك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استخدمت اختبارات الارتباط والانحدار الخطي المتعدد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أظهرت النتائج أن العلاقة بين نسبة القروض المتعثرة والعائد على الأصول كانت سالبة قوية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نتائج البحث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المتغير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القيمة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نسبة القروض المتعثرة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مخصصات خسائر الائتمان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0.678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نسبة كفاية رأس المال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توصيات البحث</a:t>
            </a:r>
          </a:p>
        </p:txBody>
      </p:sp>
      <p:pic>
        <p:nvPicPr>
          <p:cNvPr id="4" name="Picture 3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مواصلة تبني سياسات متحفظة لتكوين المخصصات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تطوير أنظمة إنذار مبكر للتعثر الائتماني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الاستفادة من قوة رأس المال لتعزيز العائدات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خلاصة البحث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651760"/>
            <a:ext cx="5760720" cy="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</a:rPr>
              <a:t>أثر إدارة المخاطر الائتمانية على الأداء المالي في بنك ظفار</a:t>
            </a:r>
          </a:p>
          <a:p>
            <a:pPr algn="r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</a:rPr>
              <a:t>دور المنهجية الكمية في تحليل البيانات</a:t>
            </a:r>
          </a:p>
          <a:p>
            <a:pPr algn="r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</a:rPr>
              <a:t>توصيات البحث لتحسين الأداء المالي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