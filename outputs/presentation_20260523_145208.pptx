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سأقدم لك مشروعاً متكاملاً يمكن تثبيته على الجوال كـ PWA (تطب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DCDCFF"/>
                </a:solidFill>
              </a:rPr>
              <a:t>مواد تعليمية متميزة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657600"/>
            <a:ext cx="3931920" cy="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</a:rPr>
              <a:t>المقدمة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مع إمكانية إضافته للشاشة الرئيسية</a:t>
            </a:r>
          </a:p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📁 هيكل المشروع النهائي</a:t>
            </a:r>
          </a:p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presentation_builder_app/</a:t>
            </a:r>
          </a:p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├── app</a:t>
            </a:r>
          </a:p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py                          # التطبيق الرئيسي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3093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764BA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</a:rPr>
              <a:t>المفاهيم الأساسية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&lt;/body&gt;</a:t>
            </a:r>
          </a:p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&lt;/html&gt;</a:t>
            </a:r>
          </a:p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ملف templates/index</a:t>
            </a:r>
          </a:p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```html</a:t>
            </a:r>
          </a:p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&lt;!DOCTYPE html&gt;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3093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764BA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</a:rPr>
              <a:t>التطبيقات العملية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let deferredPrompt</a:t>
            </a:r>
          </a:p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window</a:t>
            </a:r>
          </a:p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addEventListener('beforeinstallprompt'</a:t>
            </a:r>
          </a:p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(e) =&gt; {</a:t>
            </a:r>
          </a:p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preventDefault()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3093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764BA2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</a:rPr>
              <a:t>الأمثلة والتدريبات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presentation_generated = True</a:t>
            </a:r>
          </a:p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session_state</a:t>
            </a:r>
          </a:p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file_path = output_file</a:t>
            </a:r>
          </a:p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# عرض التحميل</a:t>
            </a:r>
          </a:p>
          <a:p>
            <a:pPr algn="r">
              <a:spcBef>
                <a:spcPts val="800"/>
              </a:spcBef>
            </a:pPr>
            <a:r>
              <a:rPr sz="2000">
                <a:solidFill>
                  <a:srgbClr val="1A1A2E"/>
                </a:solidFill>
              </a:rPr>
              <a:t>◆  with open(output_file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3093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764BA2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الخلاصة والتوصيات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1000"/>
              </a:spcBef>
            </a:pPr>
            <a:r>
              <a:rPr sz="2200">
                <a:solidFill>
                  <a:srgbClr val="DCDCFF"/>
                </a:solidFill>
              </a:rPr>
              <a:t>✅ التطبيق الآن جاهز تماماً للنشر على Render والتثبيت على الجوال كتطبيق حقيقي! 🎉</a:t>
            </a:r>
          </a:p>
          <a:p>
            <a:pPr algn="r">
              <a:spcBef>
                <a:spcPts val="1000"/>
              </a:spcBef>
            </a:pPr>
            <a:r>
              <a:rPr sz="2200">
                <a:solidFill>
                  <a:srgbClr val="DCDCFF"/>
                </a:solidFill>
              </a:rPr>
              <a:t>📌 نرحب بأسئلتكم واستفساراتكم</a:t>
            </a:r>
          </a:p>
          <a:p>
            <a:pPr algn="r">
              <a:spcBef>
                <a:spcPts val="1000"/>
              </a:spcBef>
            </a:pPr>
            <a:r>
              <a:rPr sz="2200">
                <a:solidFill>
                  <a:srgbClr val="DCDCFF"/>
                </a:solidFill>
              </a:rPr>
              <a:t>🙏 شكراً لاهتمامكم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