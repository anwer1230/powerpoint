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إدارة المخاطر الائتمانية وأثرها على الأداء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400" b="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دراسة تطبيقية على بنك ظفار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ملخص الدراسة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17320"/>
            <a:ext cx="7406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هدفت هذه الدراسة إلى تحليل أثر إدارة المخاطر الائتمانية على الأداء المالي في بنك ظفار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اعتمدت الدراسة على المنهج الكمي التحليلي وأسلوب دراسة الحالة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استخدمت برامج Excel و SPSS و Python لإجراء التحليلات الإحصائية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353312"/>
            <a:ext cx="4059935" cy="5157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e0c5f5f2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39319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النتائج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17320"/>
            <a:ext cx="7406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أظهرت النتائج أن العلاقة بين نسبة القروض المتعثرة والعائد على الأصول كانت سالبة قوية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كشفت النتائج عن علاقة سالبة قوية بين مخصصات خسائر الائتمان وصافي الربح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بلغ معامل التحديد في نموذج الانحدار للعائد على الأصول 0.557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353312"/>
            <a:ext cx="4059935" cy="5157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224e01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39319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جدول النتائج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17220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FFFFFF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المتغير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FFFFFF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القيمة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A1A2E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نسبة القروض المتعثرة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A1A2E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A1A2E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مخصصات خسائر الائتمان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A1A2E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0.678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A1A2E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معامل التحديد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A1A2E"/>
                          </a:solidFill>
                          <a:latin typeface="Traditional Arabic"/>
                          <a:cs typeface="Traditional Arabic"/>
                          <a:ea typeface="Traditional Arabic"/>
                        </a:rPr>
                        <a:t>0.557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الاستنتاجات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17320"/>
            <a:ext cx="7406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أوصت الدراسة بمواصلة تبني سياسات متحفظة لتكوين المخصصات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تطوير أنظمة إنذار مبكر للتعثر الائتماني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الاستفادة من قوة رأس المال لتعزيز العائدات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353312"/>
            <a:ext cx="4059935" cy="5157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682d71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39319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6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خلاصة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651760"/>
            <a:ext cx="5760720" cy="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أثر إدارة المخاطر الائتمانية على الأداء المالي في بنك ظفار</a:t>
            </a:r>
          </a:p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أهمية تبني سياسات متحفظة لتكوين المخصصات</a:t>
            </a:r>
          </a:p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ضرورة الاستفادة من قوة رأس المال لتعزيز العائدات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