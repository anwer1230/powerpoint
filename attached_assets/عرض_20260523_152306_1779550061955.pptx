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إدارة المخاطر الائتمانية واثرها على الأداء المالي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CDCFF"/>
                </a:solidFill>
              </a:rPr>
              <a:t>دراسة تطبيقية على بنك ظفار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657600"/>
            <a:ext cx="3931920" cy="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ملخص الدراسة</a:t>
            </a:r>
          </a:p>
        </p:txBody>
      </p:sp>
      <p:pic>
        <p:nvPicPr>
          <p:cNvPr id="4" name="Picture 3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هدفت هذه الدراسة إلى تحليل أثر إدارة المخاطر الائتمانية على الأداء المالي في بنك ظفار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اعتمدت الدراسة على المنهج الكمي التحليلي وأسلوب دراسة الحالة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أظهرت النتائج أن العلاقة بين نسبة القروض المتعثرة والعائد على الأصول كانت سالبة قوية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نتائج الدراسة</a:t>
            </a:r>
          </a:p>
        </p:txBody>
      </p:sp>
      <p:pic>
        <p:nvPicPr>
          <p:cNvPr id="4" name="Picture 3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كشفت النتائج عن علاقة سالبة قوية بين مخصصات خسائر الائتمان وصافي الربح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بلغ معامل التحديد (R²=0.557) في نموذج الانحدار للعائد على الأصول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حافظ بنك ظفار على نسبة كفاية رأس مال مستقرة فوق 17% طوال فترة الدراسة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بيانات الدراسة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السنوات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نسبة القروض المتعثرة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مخصصات خسائر الائتمان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نسبة كفاية رأس المال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12%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6%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17%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4%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19%</a:t>
                      </a:r>
                    </a:p>
                  </a:txBody>
                  <a:tcPr>
                    <a:solidFill>
                      <a:srgbClr val="EBEE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1A2E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توصيات الدراسة</a:t>
            </a:r>
          </a:p>
        </p:txBody>
      </p:sp>
      <p:pic>
        <p:nvPicPr>
          <p:cNvPr id="4" name="Picture 3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مواصلة تبني سياسات متحفظة لتكوين المخصصات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تطوير أنظمة إنذار مبكر للتعثر الائتماني</a:t>
            </a:r>
          </a:p>
          <a:p>
            <a:pPr algn="r">
              <a:spcBef>
                <a:spcPts val="900"/>
              </a:spcBef>
            </a:pPr>
            <a:r>
              <a:rPr sz="2000">
                <a:solidFill>
                  <a:srgbClr val="1A1A2E"/>
                </a:solidFill>
              </a:rPr>
              <a:t>◆  الاستفادة من قوة رأس المال لتعزيز العائدات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3093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64BA2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خلاصة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651760"/>
            <a:ext cx="5760720" cy="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</a:rPr>
              <a:t>تأثير إدارة المخاطر الائتمانية على الأداء المالي في بنك ظفار</a:t>
            </a:r>
          </a:p>
          <a:p>
            <a:pPr algn="r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</a:rPr>
              <a:t>أهمية تطبيق سياسات متحفظة لتكوين المخصصات</a:t>
            </a:r>
          </a:p>
          <a:p>
            <a:pPr algn="r">
              <a:spcBef>
                <a:spcPts val="1200"/>
              </a:spcBef>
            </a:pPr>
            <a:r>
              <a:rPr sz="2200">
                <a:solidFill>
                  <a:srgbClr val="DCDCFF"/>
                </a:solidFill>
              </a:rPr>
              <a:t>ضرورة تطوير أنظمة إنذار مبكر للتعثر الائتماني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